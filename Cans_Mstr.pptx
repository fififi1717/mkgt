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2873045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7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756207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886207"/>
            <a:ext cx="2560320" cy="8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846207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3956207"/>
            <a:ext cx="2560320" cy="4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316207"/>
            <a:ext cx="2560320" cy="2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287304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7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756207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886207"/>
            <a:ext cx="2560320" cy="8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846207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3956207"/>
            <a:ext cx="2560320" cy="4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316207"/>
            <a:ext cx="2560320" cy="2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2873045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7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756207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886207"/>
            <a:ext cx="2560320" cy="80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846207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3956207"/>
            <a:ext cx="2560320" cy="4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316207"/>
            <a:ext cx="2560320" cy="22000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2112</Words>
  <Application>Microsoft Office PowerPoint</Application>
  <PresentationFormat>Affichage à l'écran (16:9)</PresentationFormat>
  <Paragraphs>428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2</cp:revision>
  <dcterms:created xsi:type="dcterms:W3CDTF">2026-08-01T09:13:54Z</dcterms:created>
  <dcterms:modified xsi:type="dcterms:W3CDTF">2026-08-28T14:13:57Z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