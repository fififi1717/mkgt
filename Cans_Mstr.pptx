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7" r:id="rId15"/>
    <p:sldId id="268" r:id="rId16"/>
    <p:sldId id="270" r:id="rId17"/>
    <p:sldId id="271" r:id="rId18"/>
    <p:sldId id="272" r:id="rId19"/>
    <p:sldId id="273" r:id="rId20"/>
    <p:sldId id="274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3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9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8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2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1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21C-4D6E-B23E-20B5810BB680}"/>
              </c:ext>
            </c:extLst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1C-4D6E-B23E-20B5810BB680}"/>
              </c:ext>
            </c:extLst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21C-4D6E-B23E-20B5810BB680}"/>
              </c:ext>
            </c:extLst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21C-4D6E-B23E-20B5810BB68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21C-4D6E-B23E-20B5810BB68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1C-4D6E-B23E-20B5810BB68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1C-4D6E-B23E-20B5810BB68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1C-4D6E-B23E-20B5810BB68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1C-4D6E-B23E-20B5810BB6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F90-4DF6-A584-4BDB3A9AE02A}"/>
              </c:ext>
            </c:extLst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F90-4DF6-A584-4BDB3A9AE02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F90-4DF6-A584-4BDB3A9AE02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F90-4DF6-A584-4BDB3A9AE02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F90-4DF6-A584-4BDB3A9AE0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024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17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498080" y="15270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 — 08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498080" y="2350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 — 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 Affilior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49808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 — 15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498080" y="39959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— 17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36" name="Rectangle 35"/>
          <p:cNvSpPr/>
          <p:nvPr/>
        </p:nvSpPr>
        <p:spPr>
          <a:xfrm>
            <a:off x="502920" y="13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7512" y="131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1 — phrase complète reformulée, à supprimer si non applicable]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18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7512" y="186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2 — phrase complète reformulée, à supprimer si non applicable]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18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24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7512" y="241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3 — phrase complète reformulée, à supprimer si non applicable]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236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02920" y="29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7512" y="296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4 — phrase complète reformulée, à supprimer si non applicable]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02920" y="35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7512" y="351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5 — phrase complète reformulée, à supprimer si non applicable]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46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02920" y="40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7512" y="406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6 — phrase complète reformulée, à supprimer si non applicable]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0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88" name="Shape 8">
            <a:extLst>
              <a:ext uri="{FF2B5EF4-FFF2-40B4-BE49-F238E27FC236}">
                <a16:creationId xmlns:a16="http://schemas.microsoft.com/office/drawing/2014/main" id="{A7BF4CE1-7DE6-D9E9-BB09-74698E5EECD1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90" name="Table 86">
            <a:extLst>
              <a:ext uri="{FF2B5EF4-FFF2-40B4-BE49-F238E27FC236}">
                <a16:creationId xmlns:a16="http://schemas.microsoft.com/office/drawing/2014/main" id="{46A68E02-24B7-A096-7122-839418A02BCC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1207008"/>
          <a:ext cx="5486400" cy="35610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Propriétaire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Détention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Montant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2]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3]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4]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5]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6]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7]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8]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9]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10]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274320" y="1389888"/>
          <a:ext cx="42062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4617720" y="1389888"/>
          <a:ext cx="39319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54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">
            <a:extLst>
              <a:ext uri="{FF2B5EF4-FFF2-40B4-BE49-F238E27FC236}">
                <a16:creationId xmlns:a16="http://schemas.microsoft.com/office/drawing/2014/main" id="{0E6925D7-BF86-4798-00C2-7DA4B83F1F10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Shape 0">
            <a:extLst>
              <a:ext uri="{FF2B5EF4-FFF2-40B4-BE49-F238E27FC236}">
                <a16:creationId xmlns:a16="http://schemas.microsoft.com/office/drawing/2014/main" id="{0D4A3E05-85C1-D1F5-9F75-3EA44378DD3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Shape 1">
            <a:extLst>
              <a:ext uri="{FF2B5EF4-FFF2-40B4-BE49-F238E27FC236}">
                <a16:creationId xmlns:a16="http://schemas.microsoft.com/office/drawing/2014/main" id="{5F70B095-D39F-4EA1-33E6-40ECEDF3FC04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2" name="Image 0" descr="preencoded.png">
            <a:extLst>
              <a:ext uri="{FF2B5EF4-FFF2-40B4-BE49-F238E27FC236}">
                <a16:creationId xmlns:a16="http://schemas.microsoft.com/office/drawing/2014/main" id="{38FAB918-3360-3212-90E1-A89EF06E0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136" name="Shape 3">
            <a:extLst>
              <a:ext uri="{FF2B5EF4-FFF2-40B4-BE49-F238E27FC236}">
                <a16:creationId xmlns:a16="http://schemas.microsoft.com/office/drawing/2014/main" id="{9A476FF6-4651-2FB7-DA21-B4372E30A410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9" name="Text 4">
            <a:extLst>
              <a:ext uri="{FF2B5EF4-FFF2-40B4-BE49-F238E27FC236}">
                <a16:creationId xmlns:a16="http://schemas.microsoft.com/office/drawing/2014/main" id="{0CEADF81-E3DE-D562-33E0-C2C6762A213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141" name="Text 5">
            <a:extLst>
              <a:ext uri="{FF2B5EF4-FFF2-40B4-BE49-F238E27FC236}">
                <a16:creationId xmlns:a16="http://schemas.microsoft.com/office/drawing/2014/main" id="{41D73E14-2473-94E7-B98A-E551ADC9B175}"/>
              </a:ext>
            </a:extLst>
          </p:cNvPr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07</a:t>
            </a:r>
            <a:endParaRPr lang="en-US" sz="700" dirty="0"/>
          </a:p>
        </p:txBody>
      </p:sp>
      <p:sp>
        <p:nvSpPr>
          <p:cNvPr id="143" name="Text 6">
            <a:extLst>
              <a:ext uri="{FF2B5EF4-FFF2-40B4-BE49-F238E27FC236}">
                <a16:creationId xmlns:a16="http://schemas.microsoft.com/office/drawing/2014/main" id="{AED9436E-91A0-8369-7760-A835861914F5}"/>
              </a:ext>
            </a:extLst>
          </p:cNvPr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45" name="Shape 7">
            <a:extLst>
              <a:ext uri="{FF2B5EF4-FFF2-40B4-BE49-F238E27FC236}">
                <a16:creationId xmlns:a16="http://schemas.microsoft.com/office/drawing/2014/main" id="{A2A085BF-4B36-1E6B-7FAE-53824B6A0D42}"/>
              </a:ext>
            </a:extLst>
          </p:cNvPr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7" name="Shape 8">
            <a:extLst>
              <a:ext uri="{FF2B5EF4-FFF2-40B4-BE49-F238E27FC236}">
                <a16:creationId xmlns:a16="http://schemas.microsoft.com/office/drawing/2014/main" id="{1437053C-9B1D-377F-36DF-CD1110CD897C}"/>
              </a:ext>
            </a:extLst>
          </p:cNvPr>
          <p:cNvSpPr/>
          <p:nvPr/>
        </p:nvSpPr>
        <p:spPr>
          <a:xfrm>
            <a:off x="502920" y="1188720"/>
            <a:ext cx="2450592" cy="340128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9" name="Text 9">
            <a:extLst>
              <a:ext uri="{FF2B5EF4-FFF2-40B4-BE49-F238E27FC236}">
                <a16:creationId xmlns:a16="http://schemas.microsoft.com/office/drawing/2014/main" id="{F07770C3-A383-84AA-A931-ACB99E378E3E}"/>
              </a:ext>
            </a:extLst>
          </p:cNvPr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51" name="Text 10">
            <a:extLst>
              <a:ext uri="{FF2B5EF4-FFF2-40B4-BE49-F238E27FC236}">
                <a16:creationId xmlns:a16="http://schemas.microsoft.com/office/drawing/2014/main" id="{5EB555D2-6850-08A9-9931-F612A581275F}"/>
              </a:ext>
            </a:extLst>
          </p:cNvPr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X.]</a:t>
            </a:r>
            <a:endParaRPr lang="en-US" sz="950" dirty="0"/>
          </a:p>
        </p:txBody>
      </p:sp>
      <p:sp>
        <p:nvSpPr>
          <p:cNvPr id="153" name="Shape 11">
            <a:extLst>
              <a:ext uri="{FF2B5EF4-FFF2-40B4-BE49-F238E27FC236}">
                <a16:creationId xmlns:a16="http://schemas.microsoft.com/office/drawing/2014/main" id="{01038039-CBAD-B59B-8068-C65C8868B4E8}"/>
              </a:ext>
            </a:extLst>
          </p:cNvPr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5" name="Text 12">
            <a:extLst>
              <a:ext uri="{FF2B5EF4-FFF2-40B4-BE49-F238E27FC236}">
                <a16:creationId xmlns:a16="http://schemas.microsoft.com/office/drawing/2014/main" id="{93D743EC-33BC-160B-BE42-6D0F8EC4EC73}"/>
              </a:ext>
            </a:extLst>
          </p:cNvPr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57" name="Text 13">
            <a:extLst>
              <a:ext uri="{FF2B5EF4-FFF2-40B4-BE49-F238E27FC236}">
                <a16:creationId xmlns:a16="http://schemas.microsoft.com/office/drawing/2014/main" id="{3F9B1DF1-2B7B-E327-D558-D00FB9DE0315}"/>
              </a:ext>
            </a:extLst>
          </p:cNvPr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59" name="Text 14">
            <a:extLst>
              <a:ext uri="{FF2B5EF4-FFF2-40B4-BE49-F238E27FC236}">
                <a16:creationId xmlns:a16="http://schemas.microsoft.com/office/drawing/2014/main" id="{B7F94E8C-0728-E667-18D8-E49659B18178}"/>
              </a:ext>
            </a:extLst>
          </p:cNvPr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(×N)</a:t>
            </a:r>
            <a:endParaRPr lang="en-US" sz="850" dirty="0"/>
          </a:p>
        </p:txBody>
      </p:sp>
      <p:sp>
        <p:nvSpPr>
          <p:cNvPr id="161" name="Text 15">
            <a:extLst>
              <a:ext uri="{FF2B5EF4-FFF2-40B4-BE49-F238E27FC236}">
                <a16:creationId xmlns:a16="http://schemas.microsoft.com/office/drawing/2014/main" id="{B04634B6-3EC1-6C8E-DCBD-778E4E9F7A6F}"/>
              </a:ext>
            </a:extLst>
          </p:cNvPr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63" name="Text 18">
            <a:extLst>
              <a:ext uri="{FF2B5EF4-FFF2-40B4-BE49-F238E27FC236}">
                <a16:creationId xmlns:a16="http://schemas.microsoft.com/office/drawing/2014/main" id="{FB8A256A-ECB9-864A-AEB3-796B7B8A8A67}"/>
              </a:ext>
            </a:extLst>
          </p:cNvPr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165" name="Text 18">
            <a:extLst>
              <a:ext uri="{FF2B5EF4-FFF2-40B4-BE49-F238E27FC236}">
                <a16:creationId xmlns:a16="http://schemas.microsoft.com/office/drawing/2014/main" id="{474B0C80-BCFA-CF36-BDAE-9A452E3F3FFD}"/>
              </a:ext>
            </a:extLst>
          </p:cNvPr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67" name="Text 19">
            <a:extLst>
              <a:ext uri="{FF2B5EF4-FFF2-40B4-BE49-F238E27FC236}">
                <a16:creationId xmlns:a16="http://schemas.microsoft.com/office/drawing/2014/main" id="{D08C26A5-EA98-A3FC-6921-E82295220E23}"/>
              </a:ext>
            </a:extLst>
          </p:cNvPr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169" name="Text 19">
            <a:extLst>
              <a:ext uri="{FF2B5EF4-FFF2-40B4-BE49-F238E27FC236}">
                <a16:creationId xmlns:a16="http://schemas.microsoft.com/office/drawing/2014/main" id="{5ADF227B-2398-D590-A662-C8014FC42395}"/>
              </a:ext>
            </a:extLst>
          </p:cNvPr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71" name="Shape 20">
            <a:extLst>
              <a:ext uri="{FF2B5EF4-FFF2-40B4-BE49-F238E27FC236}">
                <a16:creationId xmlns:a16="http://schemas.microsoft.com/office/drawing/2014/main" id="{B4FA201D-D7B6-5C3A-CB30-5EFDA89ECF73}"/>
              </a:ext>
            </a:extLst>
          </p:cNvPr>
          <p:cNvSpPr/>
          <p:nvPr/>
        </p:nvSpPr>
        <p:spPr>
          <a:xfrm>
            <a:off x="3163824" y="1188720"/>
            <a:ext cx="2450592" cy="340128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3" name="Text 21">
            <a:extLst>
              <a:ext uri="{FF2B5EF4-FFF2-40B4-BE49-F238E27FC236}">
                <a16:creationId xmlns:a16="http://schemas.microsoft.com/office/drawing/2014/main" id="{0E23C2D5-C4F0-D488-529C-E28221A15191}"/>
              </a:ext>
            </a:extLst>
          </p:cNvPr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175" name="Text 22">
            <a:extLst>
              <a:ext uri="{FF2B5EF4-FFF2-40B4-BE49-F238E27FC236}">
                <a16:creationId xmlns:a16="http://schemas.microsoft.com/office/drawing/2014/main" id="{48EF1E30-8666-B7E8-C4E7-7B0742E9AD10}"/>
              </a:ext>
            </a:extLst>
          </p:cNvPr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Y.]</a:t>
            </a:r>
            <a:endParaRPr lang="en-US" sz="950" dirty="0"/>
          </a:p>
        </p:txBody>
      </p:sp>
      <p:sp>
        <p:nvSpPr>
          <p:cNvPr id="177" name="Shape 23">
            <a:extLst>
              <a:ext uri="{FF2B5EF4-FFF2-40B4-BE49-F238E27FC236}">
                <a16:creationId xmlns:a16="http://schemas.microsoft.com/office/drawing/2014/main" id="{ED9B07F3-80C7-4972-A9C2-4E73DB2C7E67}"/>
              </a:ext>
            </a:extLst>
          </p:cNvPr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9" name="Text 24">
            <a:extLst>
              <a:ext uri="{FF2B5EF4-FFF2-40B4-BE49-F238E27FC236}">
                <a16:creationId xmlns:a16="http://schemas.microsoft.com/office/drawing/2014/main" id="{605CB9C9-F72E-DBA4-48AF-545123FF008E}"/>
              </a:ext>
            </a:extLst>
          </p:cNvPr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81" name="Text 25">
            <a:extLst>
              <a:ext uri="{FF2B5EF4-FFF2-40B4-BE49-F238E27FC236}">
                <a16:creationId xmlns:a16="http://schemas.microsoft.com/office/drawing/2014/main" id="{F0C2C932-8C24-DF91-AC53-FAD1BDAD6E10}"/>
              </a:ext>
            </a:extLst>
          </p:cNvPr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83" name="Text 26">
            <a:extLst>
              <a:ext uri="{FF2B5EF4-FFF2-40B4-BE49-F238E27FC236}">
                <a16:creationId xmlns:a16="http://schemas.microsoft.com/office/drawing/2014/main" id="{F99C2CC5-1E2F-B172-4A4E-29B64337DDC9}"/>
              </a:ext>
            </a:extLst>
          </p:cNvPr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(×N)</a:t>
            </a:r>
            <a:endParaRPr lang="en-US" sz="850" dirty="0"/>
          </a:p>
        </p:txBody>
      </p:sp>
      <p:sp>
        <p:nvSpPr>
          <p:cNvPr id="185" name="Text 26">
            <a:extLst>
              <a:ext uri="{FF2B5EF4-FFF2-40B4-BE49-F238E27FC236}">
                <a16:creationId xmlns:a16="http://schemas.microsoft.com/office/drawing/2014/main" id="{FE28EDC5-4226-7469-FA28-8DED4260171A}"/>
              </a:ext>
            </a:extLst>
          </p:cNvPr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87" name="Text 27">
            <a:extLst>
              <a:ext uri="{FF2B5EF4-FFF2-40B4-BE49-F238E27FC236}">
                <a16:creationId xmlns:a16="http://schemas.microsoft.com/office/drawing/2014/main" id="{7C1E2B5A-C036-6F21-A6B9-617D863F66B0}"/>
              </a:ext>
            </a:extLst>
          </p:cNvPr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89" name="Text 27">
            <a:extLst>
              <a:ext uri="{FF2B5EF4-FFF2-40B4-BE49-F238E27FC236}">
                <a16:creationId xmlns:a16="http://schemas.microsoft.com/office/drawing/2014/main" id="{F87C8673-B6B2-8483-76D2-BA163D3DE5E7}"/>
              </a:ext>
            </a:extLst>
          </p:cNvPr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91" name="Shape 32">
            <a:extLst>
              <a:ext uri="{FF2B5EF4-FFF2-40B4-BE49-F238E27FC236}">
                <a16:creationId xmlns:a16="http://schemas.microsoft.com/office/drawing/2014/main" id="{0BB21621-5F2B-66F0-D9D9-F354921DD400}"/>
              </a:ext>
            </a:extLst>
          </p:cNvPr>
          <p:cNvSpPr/>
          <p:nvPr/>
        </p:nvSpPr>
        <p:spPr>
          <a:xfrm>
            <a:off x="5824728" y="1188720"/>
            <a:ext cx="2679192" cy="340128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3" name="Text 33">
            <a:extLst>
              <a:ext uri="{FF2B5EF4-FFF2-40B4-BE49-F238E27FC236}">
                <a16:creationId xmlns:a16="http://schemas.microsoft.com/office/drawing/2014/main" id="{8FF8F0AC-33DE-0AAB-0F31-0851A0C2CF66}"/>
              </a:ext>
            </a:extLst>
          </p:cNvPr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195" name="Text 34">
            <a:extLst>
              <a:ext uri="{FF2B5EF4-FFF2-40B4-BE49-F238E27FC236}">
                <a16:creationId xmlns:a16="http://schemas.microsoft.com/office/drawing/2014/main" id="{155CB308-308D-9009-A9FC-DC0494796AFF}"/>
              </a:ext>
            </a:extLst>
          </p:cNvPr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197" name="Text 34">
            <a:extLst>
              <a:ext uri="{FF2B5EF4-FFF2-40B4-BE49-F238E27FC236}">
                <a16:creationId xmlns:a16="http://schemas.microsoft.com/office/drawing/2014/main" id="{69518913-1019-53B5-87D0-9141FACCCD80}"/>
              </a:ext>
            </a:extLst>
          </p:cNvPr>
          <p:cNvSpPr/>
          <p:nvPr/>
        </p:nvSpPr>
        <p:spPr>
          <a:xfrm>
            <a:off x="5961888" y="4010000"/>
            <a:ext cx="239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RETENUE</a:t>
            </a:r>
            <a:endParaRPr lang="en-US" sz="950" dirty="0"/>
          </a:p>
        </p:txBody>
      </p:sp>
      <p:sp>
        <p:nvSpPr>
          <p:cNvPr id="199" name="Shape 35">
            <a:extLst>
              <a:ext uri="{FF2B5EF4-FFF2-40B4-BE49-F238E27FC236}">
                <a16:creationId xmlns:a16="http://schemas.microsoft.com/office/drawing/2014/main" id="{091B8DC8-8CD6-C9E5-51CC-B83234AAD343}"/>
              </a:ext>
            </a:extLst>
          </p:cNvPr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1" name="Text 36">
            <a:extLst>
              <a:ext uri="{FF2B5EF4-FFF2-40B4-BE49-F238E27FC236}">
                <a16:creationId xmlns:a16="http://schemas.microsoft.com/office/drawing/2014/main" id="{E980EF5F-8C5C-B937-51A2-9C5FD95595DC}"/>
              </a:ext>
            </a:extLst>
          </p:cNvPr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203" name="Shape 37">
            <a:extLst>
              <a:ext uri="{FF2B5EF4-FFF2-40B4-BE49-F238E27FC236}">
                <a16:creationId xmlns:a16="http://schemas.microsoft.com/office/drawing/2014/main" id="{3B69AAB0-831B-9B09-245B-C567E4230DF1}"/>
              </a:ext>
            </a:extLst>
          </p:cNvPr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5" name="Text 38">
            <a:extLst>
              <a:ext uri="{FF2B5EF4-FFF2-40B4-BE49-F238E27FC236}">
                <a16:creationId xmlns:a16="http://schemas.microsoft.com/office/drawing/2014/main" id="{426D36D8-E375-1F48-70EA-21D0B2D0DE39}"/>
              </a:ext>
            </a:extLst>
          </p:cNvPr>
          <p:cNvSpPr/>
          <p:nvPr/>
        </p:nvSpPr>
        <p:spPr>
          <a:xfrm>
            <a:off x="5961888" y="3170000"/>
            <a:ext cx="2395728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207" name="Text 39">
            <a:extLst>
              <a:ext uri="{FF2B5EF4-FFF2-40B4-BE49-F238E27FC236}">
                <a16:creationId xmlns:a16="http://schemas.microsoft.com/office/drawing/2014/main" id="{186F54A8-DA5A-C6EB-286E-E2C2F3B3C44D}"/>
              </a:ext>
            </a:extLst>
          </p:cNvPr>
          <p:cNvSpPr/>
          <p:nvPr/>
        </p:nvSpPr>
        <p:spPr>
          <a:xfrm>
            <a:off x="5961888" y="366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209" name="Text 39">
            <a:extLst>
              <a:ext uri="{FF2B5EF4-FFF2-40B4-BE49-F238E27FC236}">
                <a16:creationId xmlns:a16="http://schemas.microsoft.com/office/drawing/2014/main" id="{F7A5D975-D626-708F-7302-B4356A40DB19}"/>
              </a:ext>
            </a:extLst>
          </p:cNvPr>
          <p:cNvSpPr/>
          <p:nvPr/>
        </p:nvSpPr>
        <p:spPr>
          <a:xfrm>
            <a:off x="5961888" y="421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[Hypothèse retenue — ex. 100 % usufruit conjoint, enfants nue-propriété]</a:t>
            </a:r>
            <a:endParaRPr lang="en-US" sz="800" dirty="0"/>
          </a:p>
        </p:txBody>
      </p:sp>
      <p:sp>
        <p:nvSpPr>
          <p:cNvPr id="211" name="Shape 40">
            <a:extLst>
              <a:ext uri="{FF2B5EF4-FFF2-40B4-BE49-F238E27FC236}">
                <a16:creationId xmlns:a16="http://schemas.microsoft.com/office/drawing/2014/main" id="{C242B829-B44B-4762-D943-88B519FE1608}"/>
              </a:ext>
            </a:extLst>
          </p:cNvPr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3" name="Text 42">
            <a:extLst>
              <a:ext uri="{FF2B5EF4-FFF2-40B4-BE49-F238E27FC236}">
                <a16:creationId xmlns:a16="http://schemas.microsoft.com/office/drawing/2014/main" id="{2CA3F8F0-BAD1-8493-BC8A-C6AB16A41C6E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remarques maximum recommandées — supprimer les lignes non utilisées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38" name="TextBox 37"/>
          <p:cNvSpPr txBox="1"/>
          <p:nvPr/>
        </p:nvSpPr>
        <p:spPr>
          <a:xfrm>
            <a:off x="502920" y="1371600"/>
            <a:ext cx="8001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Calibri"/>
              </a:rPr>
              <a:t>[MOT-CLÉ OBJECTIF 1]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1591600"/>
            <a:ext cx="80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1 — je souhaite / je réfléchis à / je m'interroge sur…]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2171600"/>
            <a:ext cx="8001000" cy="10973"/>
          </a:xfrm>
          <a:prstGeom prst="rect">
            <a:avLst/>
          </a:prstGeom>
          <a:solidFill>
            <a:srgbClr val="CF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02920" y="2271600"/>
            <a:ext cx="8001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Calibri"/>
              </a:rPr>
              <a:t>[MOT-CLÉ OBJECTIF 2]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2491600"/>
            <a:ext cx="80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2 — je souhaite / je réfléchis à / je m'interroge sur…]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071600"/>
            <a:ext cx="8001000" cy="10973"/>
          </a:xfrm>
          <a:prstGeom prst="rect">
            <a:avLst/>
          </a:prstGeom>
          <a:solidFill>
            <a:srgbClr val="CF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3171600"/>
            <a:ext cx="8001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Calibri"/>
              </a:rPr>
              <a:t>[MOT-CLÉ OBJECTIF 3]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3391600"/>
            <a:ext cx="80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3 — je souhaite / je réfléchis à / je m'interroge sur…]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4864608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13248" y="1783080"/>
            <a:ext cx="3090672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486400" y="178308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093976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[Assurance vie de Mme/M. X. — 50 %]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13248" y="2084832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486400" y="2093976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404872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[PER de Mme/M. Y. — 30 %]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413248" y="2395728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486400" y="2404872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2715768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[Titres détenus en direct — 20 %]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413248" y="2706624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486400" y="2715768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576072" y="3026664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[Contrat de capitalisation — 100 %]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413248" y="3017520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7"/>
          <p:cNvSpPr/>
          <p:nvPr/>
        </p:nvSpPr>
        <p:spPr>
          <a:xfrm>
            <a:off x="5486400" y="3026664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1"/>
          <p:cNvSpPr/>
          <p:nvPr/>
        </p:nvSpPr>
        <p:spPr>
          <a:xfrm>
            <a:off x="576072" y="3337560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5413248" y="3328416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5"/>
          <p:cNvSpPr/>
          <p:nvPr/>
        </p:nvSpPr>
        <p:spPr>
          <a:xfrm>
            <a:off x="5486400" y="3337560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59"/>
          <p:cNvSpPr/>
          <p:nvPr/>
        </p:nvSpPr>
        <p:spPr>
          <a:xfrm>
            <a:off x="576072" y="3648456"/>
            <a:ext cx="4910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486400" y="36484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400" name="Card"/>
          <p:cNvSpPr/>
          <p:nvPr/>
        </p:nvSpPr>
        <p:spPr>
          <a:xfrm>
            <a:off x="484632" y="1654961"/>
            <a:ext cx="2560320" cy="324612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1" name="Eyebrow"/>
          <p:cNvSpPr/>
          <p:nvPr/>
        </p:nvSpPr>
        <p:spPr>
          <a:xfrm>
            <a:off x="48463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02" name="Objectif"/>
          <p:cNvSpPr/>
          <p:nvPr/>
        </p:nvSpPr>
        <p:spPr>
          <a:xfrm>
            <a:off x="48463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03" name="AccentRule"/>
          <p:cNvSpPr/>
          <p:nvPr/>
        </p:nvSpPr>
        <p:spPr>
          <a:xfrm>
            <a:off x="48463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6" name="Benefices"/>
          <p:cNvSpPr/>
          <p:nvPr/>
        </p:nvSpPr>
        <p:spPr>
          <a:xfrm>
            <a:off x="48463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07" name="MetaRule"/>
          <p:cNvSpPr/>
          <p:nvPr/>
        </p:nvSpPr>
        <p:spPr>
          <a:xfrm>
            <a:off x="48463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0" name="MetaRule"/>
          <p:cNvSpPr/>
          <p:nvPr/>
        </p:nvSpPr>
        <p:spPr>
          <a:xfrm>
            <a:off x="48463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8" name="Solution"/>
          <p:cNvSpPr/>
          <p:nvPr/>
        </p:nvSpPr>
        <p:spPr>
          <a:xfrm>
            <a:off x="48463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09" name="Risque"/>
          <p:cNvSpPr/>
          <p:nvPr/>
        </p:nvSpPr>
        <p:spPr>
          <a:xfrm>
            <a:off x="48463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20" name="Card"/>
          <p:cNvSpPr/>
          <p:nvPr/>
        </p:nvSpPr>
        <p:spPr>
          <a:xfrm>
            <a:off x="3182112" y="1654961"/>
            <a:ext cx="2560320" cy="3246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1" name="Eyebrow"/>
          <p:cNvSpPr/>
          <p:nvPr/>
        </p:nvSpPr>
        <p:spPr>
          <a:xfrm>
            <a:off x="318211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C4B5A5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22" name="Objectif"/>
          <p:cNvSpPr/>
          <p:nvPr/>
        </p:nvSpPr>
        <p:spPr>
          <a:xfrm>
            <a:off x="318211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23" name="AccentRule"/>
          <p:cNvSpPr/>
          <p:nvPr/>
        </p:nvSpPr>
        <p:spPr>
          <a:xfrm>
            <a:off x="3182112" y="2615184"/>
            <a:ext cx="640080" cy="20117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6" name="Benefices"/>
          <p:cNvSpPr/>
          <p:nvPr/>
        </p:nvSpPr>
        <p:spPr>
          <a:xfrm>
            <a:off x="318211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27" name="MetaRule"/>
          <p:cNvSpPr/>
          <p:nvPr/>
        </p:nvSpPr>
        <p:spPr>
          <a:xfrm>
            <a:off x="3182112" y="3950208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1" name="MetaRule"/>
          <p:cNvSpPr/>
          <p:nvPr/>
        </p:nvSpPr>
        <p:spPr>
          <a:xfrm>
            <a:off x="3182112" y="4434840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8" name="Solution"/>
          <p:cNvSpPr/>
          <p:nvPr/>
        </p:nvSpPr>
        <p:spPr>
          <a:xfrm>
            <a:off x="318211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29" name="Risque"/>
          <p:cNvSpPr/>
          <p:nvPr/>
        </p:nvSpPr>
        <p:spPr>
          <a:xfrm>
            <a:off x="318211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40" name="Card"/>
          <p:cNvSpPr/>
          <p:nvPr/>
        </p:nvSpPr>
        <p:spPr>
          <a:xfrm>
            <a:off x="5879592" y="1654961"/>
            <a:ext cx="2560320" cy="324612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441" name="Eyebrow"/>
          <p:cNvSpPr/>
          <p:nvPr/>
        </p:nvSpPr>
        <p:spPr>
          <a:xfrm>
            <a:off x="587959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42" name="Objectif"/>
          <p:cNvSpPr/>
          <p:nvPr/>
        </p:nvSpPr>
        <p:spPr>
          <a:xfrm>
            <a:off x="587959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43" name="AccentRule"/>
          <p:cNvSpPr/>
          <p:nvPr/>
        </p:nvSpPr>
        <p:spPr>
          <a:xfrm>
            <a:off x="587959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6" name="Benefices"/>
          <p:cNvSpPr/>
          <p:nvPr/>
        </p:nvSpPr>
        <p:spPr>
          <a:xfrm>
            <a:off x="587959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47" name="MetaRule"/>
          <p:cNvSpPr/>
          <p:nvPr/>
        </p:nvSpPr>
        <p:spPr>
          <a:xfrm>
            <a:off x="587959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2" name="MetaRule"/>
          <p:cNvSpPr/>
          <p:nvPr/>
        </p:nvSpPr>
        <p:spPr>
          <a:xfrm>
            <a:off x="587959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8" name="Solution"/>
          <p:cNvSpPr/>
          <p:nvPr/>
        </p:nvSpPr>
        <p:spPr>
          <a:xfrm>
            <a:off x="587959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49" name="Risque"/>
          <p:cNvSpPr/>
          <p:nvPr/>
        </p:nvSpPr>
        <p:spPr>
          <a:xfrm>
            <a:off x="587959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gauche : contenu fixe Affilior. Section droite : personnaliser selon le dossier.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E50BBAE-E30E-4E78-9619-46B248827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af6729-ca02-41fe-ad33-8052e43e59c7"/>
    <ds:schemaRef ds:uri="96f3f382-ceb1-40cb-99f5-e72dad3ad4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079F69C-2C23-423F-AFA6-0DA966A4C7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2500C3-0BF9-4160-9EFB-6F363BE89EA2}">
  <ds:schemaRefs>
    <ds:schemaRef ds:uri="http://schemas.microsoft.com/office/2006/metadata/properties"/>
    <ds:schemaRef ds:uri="http://schemas.microsoft.com/office/infopath/2007/PartnerControls"/>
    <ds:schemaRef ds:uri="96f3f382-ceb1-40cb-99f5-e72dad3ad468"/>
    <ds:schemaRef ds:uri="20af6729-ca02-41fe-ad33-8052e43e59c7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1963</Words>
  <Application>Microsoft Office PowerPoint</Application>
  <PresentationFormat>Affichage à l'écran (16:9)</PresentationFormat>
  <Paragraphs>375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3</cp:revision>
  <dcterms:created xsi:type="dcterms:W3CDTF">2026-08-01T09:13:54Z</dcterms:created>
  <dcterms:modified xsi:type="dcterms:W3CDTF">2026-08-31T20:07:37Z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