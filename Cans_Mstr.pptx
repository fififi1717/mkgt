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5"/>
    <p:sldId id="267" r:id="rId16"/>
    <p:sldId id="268" r:id="rId17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6" name="Rectangle 35"/>
          <p:cNvSpPr/>
          <p:nvPr/>
        </p:nvSpPr>
        <p:spPr>
          <a:xfrm>
            <a:off x="502920" y="13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131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1 — phrase complète reformulée, à supprimer si non applicable]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8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186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2 — phrase complète reformulée, à supprimer si non applicable]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18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24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241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3 — phrase complète reformulée, à supprimer si non applicable]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29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296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4 — phrase complète reformulée, à supprimer si non applicable]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35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351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5 — phrase complète reformulée, à supprimer si non applicable]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40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06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6 — phrase complète reformulée, à supprimer si non applicable]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0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54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8" name="TextBox 37"/>
          <p:cNvSpPr txBox="1"/>
          <p:nvPr/>
        </p:nvSpPr>
        <p:spPr>
          <a:xfrm>
            <a:off x="502920" y="1371600"/>
            <a:ext cx="8001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1]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591600"/>
            <a:ext cx="8001000" cy="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1 — je souhaite / je réfléchis à / je m'interroge sur…]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21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2271600"/>
            <a:ext cx="8001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2]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2491600"/>
            <a:ext cx="8001000" cy="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2 — je souhaite / je réfléchis à / je m'interroge sur…]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0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171600"/>
            <a:ext cx="8001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3]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391600"/>
            <a:ext cx="8001000" cy="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3 — je souhaite / je réfléchis à / je m'interroge sur…]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4864608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783080"/>
            <a:ext cx="3090672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486400" y="178308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[Assurance vie de Mme/M. X. — 50 %]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13248" y="2084832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486400" y="2093976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[PER de Mme/M. Y. — 30 %]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13248" y="2395728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486400" y="2404872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[Titres détenus en direct — 20 %]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13248" y="2706624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486400" y="2715768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[Contrat de capitalisation — 100 %]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413248" y="3017520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5486400" y="3026664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5413248" y="3328416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5486400" y="3337560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486400" y="36484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32461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7" name="MetaRule"/>
          <p:cNvSpPr/>
          <p:nvPr/>
        </p:nvSpPr>
        <p:spPr>
          <a:xfrm>
            <a:off x="48463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3246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615184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950208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7" name="MetaRule"/>
          <p:cNvSpPr/>
          <p:nvPr/>
        </p:nvSpPr>
        <p:spPr>
          <a:xfrm>
            <a:off x="3182112" y="4434840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324612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7" name="MetaRule"/>
          <p:cNvSpPr/>
          <p:nvPr/>
        </p:nvSpPr>
        <p:spPr>
          <a:xfrm>
            <a:off x="587959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2112</Words>
  <Application>Microsoft Office PowerPoint</Application>
  <PresentationFormat>Affichage à l'écran (16:9)</PresentationFormat>
  <Paragraphs>428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2</cp:revision>
  <dcterms:created xsi:type="dcterms:W3CDTF">2026-08-01T09:13:54Z</dcterms:created>
  <dcterms:modified xsi:type="dcterms:W3CDTF">2026-08-28T14:13:57Z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