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5"/>
    <p:sldId id="267" r:id="rId16"/>
    <p:sldId id="268" r:id="rId17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 nombre de colonnes au nombre de projets — supprimer les colonnes non utilisées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7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7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7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2112</Words>
  <Application>Microsoft Office PowerPoint</Application>
  <PresentationFormat>Affichage à l'écran (16:9)</PresentationFormat>
  <Paragraphs>428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2</cp:revision>
  <dcterms:created xsi:type="dcterms:W3CDTF">2026-08-01T09:13:54Z</dcterms:created>
  <dcterms:modified xsi:type="dcterms:W3CDTF">2026-08-28T14:13:57Z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