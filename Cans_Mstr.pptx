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91440" marR="13716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1036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213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0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1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2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1045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1050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1963</Words>
  <Application>Microsoft Office PowerPoint</Application>
  <PresentationFormat>Affichage à l'écran (16:9)</PresentationFormat>
  <Paragraphs>375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2026-08-31T20:07:37Z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